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57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5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23E2E8-1014-4575-AF23-0483D2322241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894FF7-A42E-4C3D-9445-825B757878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7104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94FF7-A42E-4C3D-9445-825B75787804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0790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889D1C-57A5-4D29-66F7-4DED3AFC1C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0CAD638-A1F9-3487-DB56-FF27ED3B71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85361A-A3BF-D560-35B8-16A77CC64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32741-2974-456D-B58E-1DDE736E7EBB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11EF3E-44EC-C783-A946-DC9F067CB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F887E4-40AF-E5FA-A112-55D706472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2C538-2C22-4258-8E2C-633A44C993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2902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312E2E-8076-648C-160B-AD8946D53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6908AD-9D93-AB3D-7EF7-695C079F5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494E40-14AE-7964-52E3-AF205EFD5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32741-2974-456D-B58E-1DDE736E7EBB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0D587E-9842-FD0A-4E65-DAE38D74C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CA7DB4-D356-AA26-2441-06E2C9821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2C538-2C22-4258-8E2C-633A44C993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990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25E7F6-100D-FD44-DF67-793F6291C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6B9428-8AAB-5B91-0E1E-8E47FDBEAD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622A77-61E3-10B9-CB4A-5FAB3F3E1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32741-2974-456D-B58E-1DDE736E7EBB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D3E6D4-4A29-0116-AD30-5B83D3DFE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D4C5E9-4AC8-CB00-89B2-AABF39BBA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2C538-2C22-4258-8E2C-633A44C993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6351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13C77D-7D0C-1B78-E82D-FF676F492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DC878E-4C03-40A6-45C8-0753310A16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0B8D74B-D5AB-8D80-8406-203A9A1F74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F91C768-37A0-5328-1E02-08E010C9A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32741-2974-456D-B58E-1DDE736E7EBB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342F82A-1D48-FB5E-EB66-AFBE4CB62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046180-D242-6126-CA00-CF2F32DD3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2C538-2C22-4258-8E2C-633A44C993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8069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6AE6F1-BF19-5383-8613-F3A9CF736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972AA2-507F-7AF8-0AB4-68F1D416B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C3567F1-4A53-8112-1EE2-6D8D10816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521ED6D-BFC1-7DBB-21F7-97A5ADC43F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C6E7B73-1E75-81AC-C90C-3040C1721B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1FAE489-85CB-C50A-56D7-5A6D153AF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32741-2974-456D-B58E-1DDE736E7EBB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FE1B846-9505-94ED-97EE-307E55779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26776A9-1271-BC3E-66A3-97F7F23FE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2C538-2C22-4258-8E2C-633A44C993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942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BBE625-E63A-F6DF-E6F7-80630DC1B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DD1E708-1B51-128C-24E4-B5AF8344A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32741-2974-456D-B58E-1DDE736E7EBB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BB4D759-4CED-17FD-797A-4B0F07581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5E03565-FEFD-9616-6122-3F6F2F49F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2C538-2C22-4258-8E2C-633A44C993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2931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9B97CE1-C1F7-6307-AF65-AE3DE91AB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32741-2974-456D-B58E-1DDE736E7EBB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DBD302C-140F-421E-D946-9637CD4D4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B9420E-EAD5-3285-400D-CF8ED460A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2C538-2C22-4258-8E2C-633A44C993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363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629F04-C9DF-B3BE-356B-783C3E4B6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F0254C-9F15-F61A-016D-813DA61A1D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697CC94-C058-121B-0B46-5091D30B49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E3BEBD-0B5C-252A-5208-D0AC171A3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32741-2974-456D-B58E-1DDE736E7EBB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98991E-5AFB-2725-F2DD-29A7A64F4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D84C4F-3155-D6A1-2A7C-8195DA727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2C538-2C22-4258-8E2C-633A44C993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7844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098FA3-5583-2FB9-7080-6A5D087EC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7F50E0D-43A2-D75E-4499-7BBF3CD26B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79B826F-5020-452D-1B23-2654072175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F55E17-F19D-ABB9-5509-5AA48A2DE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32741-2974-456D-B58E-1DDE736E7EBB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25BED3F-F05A-95B6-89B4-65CDE511D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069EB3-5509-EFBB-1601-AD0C72596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2C538-2C22-4258-8E2C-633A44C993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4575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985117-4CFE-0CE2-9203-6F67C3A90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D99CD04-E27A-6338-67D7-9BB94C7BF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3DAACC-2D9F-90E6-F525-69038CFB0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32741-2974-456D-B58E-1DDE736E7EBB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195DCB-BB9F-B8E4-E0D7-F9256234F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A488C4-837C-D04E-90F9-0958FF1A2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2C538-2C22-4258-8E2C-633A44C993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890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16BDEB5-CA26-1BAD-36F7-40AA542C1A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03A9A62-7F9B-D331-D878-990DDC73C7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E9E062-D788-F4A2-7436-E9EA6A845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32741-2974-456D-B58E-1DDE736E7EBB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AE248D-58F6-4975-2E4F-870E2330C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263423-A340-36ED-F949-9C4DA8C15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2C538-2C22-4258-8E2C-633A44C993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912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F9122DC-EF9A-D49C-A98A-87C365EAF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D5BE62-3BB0-6099-F82B-8ECA6139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DB3B99-058C-9A14-F5F8-99FBD48F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632741-2974-456D-B58E-1DDE736E7EBB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A6CAF4-7BED-3428-F9C2-B70089E5AD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27BAD1-B125-9401-5C96-2A5F69D912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2C538-2C22-4258-8E2C-633A44C993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572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0C00A97-42A8-811D-8DCE-3ABE4EE271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79826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E2C422EC-C323-694A-BEDF-E5C9E42BB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358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19A428F-33D0-87E0-4DCA-F9781CCE5C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027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17FAB6F-9353-9F02-3203-527C5A15CD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834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FFD8F9F-DB81-0937-AFA7-FD45CDCDFD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085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30651C1-00C3-A055-D2F5-0A5C507DC3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128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A2D0AD3-C598-A26A-08BE-C80C3A6DD0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6" y="0"/>
            <a:ext cx="121582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904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AAB6111-F2B6-F6C3-A8BC-B7AFF7C9CA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542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3B9D226-DBCF-EBEF-5E3A-DF22F0C02B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852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7B711C3-3FA1-E385-0AB2-A262C8E5DC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052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4C30C7C-4B7D-C726-F179-9C82660CDE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665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CF84D85-3FFA-F03C-93CB-291A04131E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818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04CA04A-FFDD-07FE-211E-D42785C5FF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922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06B5603-419C-278B-573C-CC55613331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6797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911D561-A9C4-F7EC-4A32-08E11F82D9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713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5EFD8BC-4EEE-147B-F370-2B6B390DBA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6203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874E957-A702-1E7F-F58E-3B850201A2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8949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8784FBE-AADC-2870-D615-E897B94C78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7" b="1385"/>
          <a:stretch>
            <a:fillRect/>
          </a:stretch>
        </p:blipFill>
        <p:spPr>
          <a:xfrm>
            <a:off x="39994" y="41564"/>
            <a:ext cx="12112012" cy="6721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0140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36AB2D6-428C-4196-013E-8A98CAD5B2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8823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332231C-0944-9E94-5542-A3E8672202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6692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CD61908-2E66-F9FD-11C5-320D483F9E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"/>
          <a:stretch>
            <a:fillRect/>
          </a:stretch>
        </p:blipFill>
        <p:spPr>
          <a:xfrm>
            <a:off x="26384" y="53438"/>
            <a:ext cx="12139231" cy="6804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6362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6764983-42DE-BD6D-9A38-92EF43AF9C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0406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0380DEA-4979-7358-F38B-9E87E76BBC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256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0B248B5-E6A7-D873-BCBE-5792F417F7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1608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246F4B-8D68-DEB5-9834-E2312A465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54532D-A516-8299-1311-2AC086676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16B293D-8E63-DBB5-8C99-2C142C5DFB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1" t="693" r="-1" b="-1"/>
          <a:stretch>
            <a:fillRect/>
          </a:stretch>
        </p:blipFill>
        <p:spPr>
          <a:xfrm>
            <a:off x="-43128" y="0"/>
            <a:ext cx="1222774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037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</Words>
  <Application>Microsoft Office PowerPoint</Application>
  <PresentationFormat>宽屏</PresentationFormat>
  <Paragraphs>1</Paragraphs>
  <Slides>25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2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TC L</dc:creator>
  <cp:lastModifiedBy>TC L</cp:lastModifiedBy>
  <cp:revision>1</cp:revision>
  <dcterms:created xsi:type="dcterms:W3CDTF">2026-07-09T11:26:56Z</dcterms:created>
  <dcterms:modified xsi:type="dcterms:W3CDTF">2026-07-09T12:57:23Z</dcterms:modified>
</cp:coreProperties>
</file>